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338D"/>
            </a:solidFill>
          </c:spPr>
          <c:cat>
            <c:strRef>
              <c:f>Sheet1!$A$2:$A$9</c:f>
              <c:strCache>
                <c:ptCount val="8"/>
                <c:pt idx="0">
                  <c:v>0.0-0.1</c:v>
                </c:pt>
                <c:pt idx="1">
                  <c:v>0.1-0.3</c:v>
                </c:pt>
                <c:pt idx="2">
                  <c:v>0.3-0.4</c:v>
                </c:pt>
                <c:pt idx="3">
                  <c:v>0.4-0.5</c:v>
                </c:pt>
                <c:pt idx="4">
                  <c:v>0.5-0.6</c:v>
                </c:pt>
                <c:pt idx="5">
                  <c:v>0.6-0.7</c:v>
                </c:pt>
                <c:pt idx="6">
                  <c:v>0.7-0.9</c:v>
                </c:pt>
                <c:pt idx="7">
                  <c:v>0.9-1.0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11</c:v>
                </c:pt>
                <c:pt idx="2">
                  <c:v>13</c:v>
                </c:pt>
                <c:pt idx="3">
                  <c:v>12</c:v>
                </c:pt>
                <c:pt idx="4">
                  <c:v>13</c:v>
                </c:pt>
                <c:pt idx="5">
                  <c:v>12</c:v>
                </c:pt>
                <c:pt idx="6">
                  <c:v>13</c:v>
                </c:pt>
                <c:pt idx="7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338D"/>
            </a:solidFill>
          </c:spPr>
          <c:cat>
            <c:strRef>
              <c:f>Sheet1!$A$2:$A$9</c:f>
              <c:strCache>
                <c:ptCount val="8"/>
                <c:pt idx="0">
                  <c:v>0.0-12.4</c:v>
                </c:pt>
                <c:pt idx="1">
                  <c:v>12.4-24.8</c:v>
                </c:pt>
                <c:pt idx="2">
                  <c:v>24.8-37.1</c:v>
                </c:pt>
                <c:pt idx="3">
                  <c:v>37.1-49.5</c:v>
                </c:pt>
                <c:pt idx="4">
                  <c:v>49.5-61.9</c:v>
                </c:pt>
                <c:pt idx="5">
                  <c:v>61.9-74.2</c:v>
                </c:pt>
                <c:pt idx="6">
                  <c:v>74.2-86.6</c:v>
                </c:pt>
                <c:pt idx="7">
                  <c:v>86.6-99.0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15</c:v>
                </c:pt>
                <c:pt idx="2">
                  <c:v>19</c:v>
                </c:pt>
                <c:pt idx="3">
                  <c:v>10</c:v>
                </c:pt>
                <c:pt idx="4">
                  <c:v>4</c:v>
                </c:pt>
                <c:pt idx="5">
                  <c:v>11</c:v>
                </c:pt>
                <c:pt idx="6">
                  <c:v>12</c:v>
                </c:pt>
                <c:pt idx="7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33</c:v>
                </c:pt>
                <c:pt idx="2">
                  <c:v>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00338D"/>
              </a:solidFill>
            </c:spPr>
          </c:dPt>
          <c:dPt>
            <c:idx val="1"/>
            <c:spPr>
              <a:solidFill>
                <a:srgbClr val="483698"/>
              </a:solidFill>
            </c:spPr>
          </c:dPt>
          <c:dPt>
            <c:idx val="2"/>
            <c:spPr>
              <a:solidFill>
                <a:srgbClr val="470A68"/>
              </a:solidFill>
            </c:spPr>
          </c:dPt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33</c:v>
                </c:pt>
                <c:pt idx="2">
                  <c:v>27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vs B</c:v>
                </c:pt>
              </c:strCache>
            </c:strRef>
          </c:tx>
          <c:spPr>
            <a:solidFill>
              <a:srgbClr val="00338D"/>
            </a:solidFill>
            <a:ln w="47625">
              <a:noFill/>
            </a:ln>
          </c:spPr>
          <c:xVal>
            <c:numRef>
              <c:f>Sheet1!$A$2:$A$101</c:f>
              <c:numCache>
                <c:formatCode>General</c:formatCode>
                <c:ptCount val="100"/>
                <c:pt idx="0">
                  <c:v>0.19004190864687476</c:v>
                </c:pt>
                <c:pt idx="1">
                  <c:v>0.33307713052061005</c:v>
                </c:pt>
                <c:pt idx="2">
                  <c:v>0.9804286056731453</c:v>
                </c:pt>
                <c:pt idx="3">
                  <c:v>0.4574709958328437</c:v>
                </c:pt>
                <c:pt idx="4">
                  <c:v>0.0010602194980062762</c:v>
                </c:pt>
                <c:pt idx="5">
                  <c:v>0.7351437088540062</c:v>
                </c:pt>
                <c:pt idx="6">
                  <c:v>0.019763256728702494</c:v>
                </c:pt>
                <c:pt idx="7">
                  <c:v>0.09564858684763744</c:v>
                </c:pt>
                <c:pt idx="8">
                  <c:v>0.44379212374570454</c:v>
                </c:pt>
                <c:pt idx="9">
                  <c:v>0.3838776777303081</c:v>
                </c:pt>
                <c:pt idx="10">
                  <c:v>0.40176616806658916</c:v>
                </c:pt>
                <c:pt idx="11">
                  <c:v>0.22005024895217218</c:v>
                </c:pt>
                <c:pt idx="12">
                  <c:v>0.7598959680123781</c:v>
                </c:pt>
                <c:pt idx="13">
                  <c:v>0.24268044388629728</c:v>
                </c:pt>
                <c:pt idx="14">
                  <c:v>0.4571284873420317</c:v>
                </c:pt>
                <c:pt idx="15">
                  <c:v>0.47591941735348353</c:v>
                </c:pt>
                <c:pt idx="16">
                  <c:v>0.6819255258052245</c:v>
                </c:pt>
                <c:pt idx="17">
                  <c:v>0.5164571531189593</c:v>
                </c:pt>
                <c:pt idx="18">
                  <c:v>0.3071653291597094</c:v>
                </c:pt>
                <c:pt idx="19">
                  <c:v>0.9949980242316911</c:v>
                </c:pt>
                <c:pt idx="20">
                  <c:v>0.41841551077351913</c:v>
                </c:pt>
                <c:pt idx="21">
                  <c:v>0.8280539335103507</c:v>
                </c:pt>
                <c:pt idx="22">
                  <c:v>0.3698495026814286</c:v>
                </c:pt>
                <c:pt idx="23">
                  <c:v>0.9435450216246921</c:v>
                </c:pt>
                <c:pt idx="24">
                  <c:v>0.7100808839664582</c:v>
                </c:pt>
                <c:pt idx="25">
                  <c:v>0.07364245705374328</c:v>
                </c:pt>
                <c:pt idx="26">
                  <c:v>0.9522075993541018</c:v>
                </c:pt>
                <c:pt idx="27">
                  <c:v>0.9278717041408424</c:v>
                </c:pt>
                <c:pt idx="28">
                  <c:v>0.5865858902290327</c:v>
                </c:pt>
                <c:pt idx="29">
                  <c:v>0.8182573048893079</c:v>
                </c:pt>
                <c:pt idx="30">
                  <c:v>0.7383728650977608</c:v>
                </c:pt>
                <c:pt idx="31">
                  <c:v>0.813046484932774</c:v>
                </c:pt>
                <c:pt idx="32">
                  <c:v>0.664388969010235</c:v>
                </c:pt>
                <c:pt idx="33">
                  <c:v>0.053112623256434066</c:v>
                </c:pt>
                <c:pt idx="34">
                  <c:v>0.45218532350402896</c:v>
                </c:pt>
                <c:pt idx="35">
                  <c:v>0.28932226860678356</c:v>
                </c:pt>
                <c:pt idx="36">
                  <c:v>0.33515562756606543</c:v>
                </c:pt>
                <c:pt idx="37">
                  <c:v>0.3339409918350168</c:v>
                </c:pt>
                <c:pt idx="38">
                  <c:v>0.12794591858676885</c:v>
                </c:pt>
                <c:pt idx="39">
                  <c:v>0.9959619018110791</c:v>
                </c:pt>
                <c:pt idx="40">
                  <c:v>0.4417327885447928</c:v>
                </c:pt>
                <c:pt idx="41">
                  <c:v>0.8965688851972</c:v>
                </c:pt>
                <c:pt idx="42">
                  <c:v>0.3356252253453904</c:v>
                </c:pt>
                <c:pt idx="43">
                  <c:v>0.5606281519381415</c:v>
                </c:pt>
                <c:pt idx="44">
                  <c:v>0.7377867739122913</c:v>
                </c:pt>
                <c:pt idx="45">
                  <c:v>0.5403439966403141</c:v>
                </c:pt>
                <c:pt idx="46">
                  <c:v>0.5663324613718154</c:v>
                </c:pt>
                <c:pt idx="47">
                  <c:v>0.2454889845450413</c:v>
                </c:pt>
                <c:pt idx="48">
                  <c:v>0.6491284212134276</c:v>
                </c:pt>
                <c:pt idx="49">
                  <c:v>0.9980383478831388</c:v>
                </c:pt>
                <c:pt idx="50">
                  <c:v>0.6335852180923128</c:v>
                </c:pt>
                <c:pt idx="51">
                  <c:v>0.8476389121646655</c:v>
                </c:pt>
                <c:pt idx="52">
                  <c:v>0.16766069085231938</c:v>
                </c:pt>
                <c:pt idx="53">
                  <c:v>0.5774396077218434</c:v>
                </c:pt>
                <c:pt idx="54">
                  <c:v>0.47884669522382617</c:v>
                </c:pt>
                <c:pt idx="55">
                  <c:v>0.8694997420712022</c:v>
                </c:pt>
                <c:pt idx="56">
                  <c:v>0.6084831176508877</c:v>
                </c:pt>
                <c:pt idx="57">
                  <c:v>0.28399055587200484</c:v>
                </c:pt>
                <c:pt idx="58">
                  <c:v>0.008513718372922252</c:v>
                </c:pt>
                <c:pt idx="59">
                  <c:v>0.7690007924331894</c:v>
                </c:pt>
                <c:pt idx="60">
                  <c:v>0.2668015298736953</c:v>
                </c:pt>
                <c:pt idx="61">
                  <c:v>0.8471261333544488</c:v>
                </c:pt>
                <c:pt idx="62">
                  <c:v>0.36927849289181136</c:v>
                </c:pt>
                <c:pt idx="63">
                  <c:v>0.9209791845595331</c:v>
                </c:pt>
                <c:pt idx="64">
                  <c:v>0.5375785532136907</c:v>
                </c:pt>
                <c:pt idx="65">
                  <c:v>0.06440220366080851</c:v>
                </c:pt>
                <c:pt idx="66">
                  <c:v>0.1843541827269144</c:v>
                </c:pt>
                <c:pt idx="67">
                  <c:v>0.7736859700366256</c:v>
                </c:pt>
                <c:pt idx="68">
                  <c:v>0.4903490218909218</c:v>
                </c:pt>
                <c:pt idx="69">
                  <c:v>0.8549972276052997</c:v>
                </c:pt>
                <c:pt idx="70">
                  <c:v>0.5128605712011373</c:v>
                </c:pt>
                <c:pt idx="71">
                  <c:v>0.9600346369216995</c:v>
                </c:pt>
                <c:pt idx="72">
                  <c:v>0.9019588283451679</c:v>
                </c:pt>
                <c:pt idx="73">
                  <c:v>0.9800074548243487</c:v>
                </c:pt>
                <c:pt idx="74">
                  <c:v>0.12241186151975147</c:v>
                </c:pt>
                <c:pt idx="75">
                  <c:v>0.7048451383453528</c:v>
                </c:pt>
                <c:pt idx="76">
                  <c:v>0.5045358612440103</c:v>
                </c:pt>
                <c:pt idx="77">
                  <c:v>0.31895251520869383</c:v>
                </c:pt>
                <c:pt idx="78">
                  <c:v>0.8414348448559711</c:v>
                </c:pt>
                <c:pt idx="79">
                  <c:v>0.28278545076301875</c:v>
                </c:pt>
                <c:pt idx="80">
                  <c:v>0.4179377031061221</c:v>
                </c:pt>
                <c:pt idx="81">
                  <c:v>0.9198080228400067</c:v>
                </c:pt>
                <c:pt idx="82">
                  <c:v>0.21752458243655937</c:v>
                </c:pt>
                <c:pt idx="83">
                  <c:v>0.21800053985941537</c:v>
                </c:pt>
                <c:pt idx="84">
                  <c:v>0.11568596780556695</c:v>
                </c:pt>
                <c:pt idx="85">
                  <c:v>0.6850951673851867</c:v>
                </c:pt>
                <c:pt idx="86">
                  <c:v>0.2751825454868352</c:v>
                </c:pt>
                <c:pt idx="87">
                  <c:v>0.5230042453976333</c:v>
                </c:pt>
                <c:pt idx="88">
                  <c:v>0.6713584170179694</c:v>
                </c:pt>
                <c:pt idx="89">
                  <c:v>0.13592704390566346</c:v>
                </c:pt>
                <c:pt idx="90">
                  <c:v>0.916759204036866</c:v>
                </c:pt>
                <c:pt idx="91">
                  <c:v>0.9474393463797243</c:v>
                </c:pt>
                <c:pt idx="92">
                  <c:v>0.6668349246167603</c:v>
                </c:pt>
                <c:pt idx="93">
                  <c:v>0.5228278712786649</c:v>
                </c:pt>
                <c:pt idx="94">
                  <c:v>0.8364043637652085</c:v>
                </c:pt>
                <c:pt idx="95">
                  <c:v>0.7676002824042731</c:v>
                </c:pt>
                <c:pt idx="96">
                  <c:v>0.9320727900154978</c:v>
                </c:pt>
                <c:pt idx="97">
                  <c:v>0.5783879223288251</c:v>
                </c:pt>
                <c:pt idx="98">
                  <c:v>0.1413037756367309</c:v>
                </c:pt>
                <c:pt idx="99">
                  <c:v>0.9478550831884187</c:v>
                </c:pt>
              </c:numCache>
            </c:numRef>
          </c:xVal>
          <c:yVal>
            <c:numRef>
              <c:f>Sheet1!$B$2:$B$101</c:f>
              <c:numCache>
                <c:formatCode>General</c:formatCode>
                <c:ptCount val="100"/>
                <c:pt idx="0">
                  <c:v>66.0</c:v>
                </c:pt>
                <c:pt idx="1">
                  <c:v>12.0</c:v>
                </c:pt>
                <c:pt idx="2">
                  <c:v>75.0</c:v>
                </c:pt>
                <c:pt idx="3">
                  <c:v>23.0</c:v>
                </c:pt>
                <c:pt idx="4">
                  <c:v>37.0</c:v>
                </c:pt>
                <c:pt idx="5">
                  <c:v>66.0</c:v>
                </c:pt>
                <c:pt idx="6">
                  <c:v>37.0</c:v>
                </c:pt>
                <c:pt idx="7">
                  <c:v>33.0</c:v>
                </c:pt>
                <c:pt idx="8">
                  <c:v>36.0</c:v>
                </c:pt>
                <c:pt idx="9">
                  <c:v>72.0</c:v>
                </c:pt>
                <c:pt idx="10">
                  <c:v>11.0</c:v>
                </c:pt>
                <c:pt idx="11">
                  <c:v>20.0</c:v>
                </c:pt>
                <c:pt idx="12">
                  <c:v>37.0</c:v>
                </c:pt>
                <c:pt idx="13">
                  <c:v>9.0</c:v>
                </c:pt>
                <c:pt idx="14">
                  <c:v>99.0</c:v>
                </c:pt>
                <c:pt idx="15">
                  <c:v>19.0</c:v>
                </c:pt>
                <c:pt idx="16">
                  <c:v>71.0</c:v>
                </c:pt>
                <c:pt idx="17">
                  <c:v>3.0</c:v>
                </c:pt>
                <c:pt idx="18">
                  <c:v>51.0</c:v>
                </c:pt>
                <c:pt idx="19">
                  <c:v>36.0</c:v>
                </c:pt>
                <c:pt idx="20">
                  <c:v>1.0</c:v>
                </c:pt>
                <c:pt idx="21">
                  <c:v>48.0</c:v>
                </c:pt>
                <c:pt idx="22">
                  <c:v>65.0</c:v>
                </c:pt>
                <c:pt idx="23">
                  <c:v>13.0</c:v>
                </c:pt>
                <c:pt idx="24">
                  <c:v>24.0</c:v>
                </c:pt>
                <c:pt idx="25">
                  <c:v>3.0</c:v>
                </c:pt>
                <c:pt idx="26">
                  <c:v>19.0</c:v>
                </c:pt>
                <c:pt idx="27">
                  <c:v>27.0</c:v>
                </c:pt>
                <c:pt idx="28">
                  <c:v>23.0</c:v>
                </c:pt>
                <c:pt idx="29">
                  <c:v>92.0</c:v>
                </c:pt>
                <c:pt idx="30">
                  <c:v>94.0</c:v>
                </c:pt>
                <c:pt idx="31">
                  <c:v>28.0</c:v>
                </c:pt>
                <c:pt idx="32">
                  <c:v>67.0</c:v>
                </c:pt>
                <c:pt idx="33">
                  <c:v>46.0</c:v>
                </c:pt>
                <c:pt idx="34">
                  <c:v>10.0</c:v>
                </c:pt>
                <c:pt idx="35">
                  <c:v>89.0</c:v>
                </c:pt>
                <c:pt idx="36">
                  <c:v>18.0</c:v>
                </c:pt>
                <c:pt idx="37">
                  <c:v>39.0</c:v>
                </c:pt>
                <c:pt idx="38">
                  <c:v>85.0</c:v>
                </c:pt>
                <c:pt idx="39">
                  <c:v>14.0</c:v>
                </c:pt>
                <c:pt idx="40">
                  <c:v>72.0</c:v>
                </c:pt>
                <c:pt idx="41">
                  <c:v>52.0</c:v>
                </c:pt>
                <c:pt idx="42">
                  <c:v>24.0</c:v>
                </c:pt>
                <c:pt idx="43">
                  <c:v>29.0</c:v>
                </c:pt>
                <c:pt idx="44">
                  <c:v>79.0</c:v>
                </c:pt>
                <c:pt idx="45">
                  <c:v>32.0</c:v>
                </c:pt>
                <c:pt idx="46">
                  <c:v>57.0</c:v>
                </c:pt>
                <c:pt idx="47">
                  <c:v>2.0</c:v>
                </c:pt>
                <c:pt idx="48">
                  <c:v>86.0</c:v>
                </c:pt>
                <c:pt idx="49">
                  <c:v>29.0</c:v>
                </c:pt>
                <c:pt idx="50">
                  <c:v>84.0</c:v>
                </c:pt>
                <c:pt idx="51">
                  <c:v>31.0</c:v>
                </c:pt>
                <c:pt idx="52">
                  <c:v>99.0</c:v>
                </c:pt>
                <c:pt idx="53">
                  <c:v>38.0</c:v>
                </c:pt>
                <c:pt idx="54">
                  <c:v>86.0</c:v>
                </c:pt>
                <c:pt idx="55">
                  <c:v>92.0</c:v>
                </c:pt>
                <c:pt idx="56">
                  <c:v>92.0</c:v>
                </c:pt>
                <c:pt idx="57">
                  <c:v>62.0</c:v>
                </c:pt>
                <c:pt idx="58">
                  <c:v>74.0</c:v>
                </c:pt>
                <c:pt idx="59">
                  <c:v>19.0</c:v>
                </c:pt>
                <c:pt idx="60">
                  <c:v>37.0</c:v>
                </c:pt>
                <c:pt idx="61">
                  <c:v>45.0</c:v>
                </c:pt>
                <c:pt idx="62">
                  <c:v>27.0</c:v>
                </c:pt>
                <c:pt idx="63">
                  <c:v>0.0</c:v>
                </c:pt>
                <c:pt idx="64">
                  <c:v>32.0</c:v>
                </c:pt>
                <c:pt idx="65">
                  <c:v>98.0</c:v>
                </c:pt>
                <c:pt idx="66">
                  <c:v>80.0</c:v>
                </c:pt>
                <c:pt idx="67">
                  <c:v>8.0</c:v>
                </c:pt>
                <c:pt idx="68">
                  <c:v>44.0</c:v>
                </c:pt>
                <c:pt idx="69">
                  <c:v>80.0</c:v>
                </c:pt>
                <c:pt idx="70">
                  <c:v>92.0</c:v>
                </c:pt>
                <c:pt idx="71">
                  <c:v>88.0</c:v>
                </c:pt>
                <c:pt idx="72">
                  <c:v>91.0</c:v>
                </c:pt>
                <c:pt idx="73">
                  <c:v>31.0</c:v>
                </c:pt>
                <c:pt idx="74">
                  <c:v>1.0</c:v>
                </c:pt>
                <c:pt idx="75">
                  <c:v>46.0</c:v>
                </c:pt>
                <c:pt idx="76">
                  <c:v>47.0</c:v>
                </c:pt>
                <c:pt idx="77">
                  <c:v>92.0</c:v>
                </c:pt>
                <c:pt idx="78">
                  <c:v>49.0</c:v>
                </c:pt>
                <c:pt idx="79">
                  <c:v>89.0</c:v>
                </c:pt>
                <c:pt idx="80">
                  <c:v>10.0</c:v>
                </c:pt>
                <c:pt idx="81">
                  <c:v>86.0</c:v>
                </c:pt>
                <c:pt idx="82">
                  <c:v>91.0</c:v>
                </c:pt>
                <c:pt idx="83">
                  <c:v>21.0</c:v>
                </c:pt>
                <c:pt idx="84">
                  <c:v>27.0</c:v>
                </c:pt>
                <c:pt idx="85">
                  <c:v>19.0</c:v>
                </c:pt>
                <c:pt idx="86">
                  <c:v>9.0</c:v>
                </c:pt>
                <c:pt idx="87">
                  <c:v>48.0</c:v>
                </c:pt>
                <c:pt idx="88">
                  <c:v>62.0</c:v>
                </c:pt>
                <c:pt idx="89">
                  <c:v>14.0</c:v>
                </c:pt>
                <c:pt idx="90">
                  <c:v>35.0</c:v>
                </c:pt>
                <c:pt idx="91">
                  <c:v>23.0</c:v>
                </c:pt>
                <c:pt idx="92">
                  <c:v>35.0</c:v>
                </c:pt>
                <c:pt idx="93">
                  <c:v>58.0</c:v>
                </c:pt>
                <c:pt idx="94">
                  <c:v>76.0</c:v>
                </c:pt>
                <c:pt idx="95">
                  <c:v>6.0</c:v>
                </c:pt>
                <c:pt idx="96">
                  <c:v>4.0</c:v>
                </c:pt>
                <c:pt idx="97">
                  <c:v>62.0</c:v>
                </c:pt>
                <c:pt idx="98">
                  <c:v>77.0</c:v>
                </c:pt>
                <c:pt idx="99">
                  <c:v>84.0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Comprehensive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Total Records: 100</a:t>
            </a:r>
          </a:p>
          <a:p>
            <a:pPr>
              <a:defRPr b="1">
                <a:latin typeface="Calibri"/>
              </a:defRPr>
            </a:pPr>
            <a:r>
              <a:t>Total Columns: 3</a:t>
            </a:r>
          </a:p>
          <a:p>
            <a:pPr>
              <a:defRPr b="1">
                <a:latin typeface="Calibri"/>
              </a:defRPr>
            </a:pPr>
            <a:r>
              <a:t>Total Missing Values: 0</a:t>
            </a:r>
          </a:p>
          <a:p>
            <a:pPr>
              <a:defRPr b="1">
                <a:latin typeface="Calibri"/>
              </a:defRPr>
            </a:pPr>
            <a:r>
              <a:t>Overall Missing Percentage: 0.00%</a:t>
            </a:r>
          </a:p>
          <a:p/>
          <a:p>
            <a:pPr>
              <a:defRPr>
                <a:latin typeface="Calibri"/>
              </a:defRPr>
            </a:pPr>
            <a:r>
              <a:t>Insight 1</a:t>
            </a:r>
          </a:p>
          <a:p>
            <a:pPr>
              <a:defRPr>
                <a:latin typeface="Calibri"/>
              </a:defRPr>
            </a:pPr>
            <a:r>
              <a:t>Insight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A is a positively skewed numeric variable with an average of 0.50.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variable 'A' contains 100 observations. It ranges from a minimum of 0.00 to a maximum of 1.00, with a standard deviation of 0.00. The average value is 0.50, while the median is 0.00. The mean is higher than the median, indicating a right-skewed distribution with potential high-value outliers. The data is relatively consistent (CV: 0.0%).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(Numeric): 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B is a positively skewed numeric variable with an average of 50.00.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variable 'B' contains 100 observations. It ranges from a minimum of 0.00 to a maximum of 100.00, with a standard deviation of 0.00. The average value is 50.00, while the median is 0.00. The mean is higher than the median, indicating a right-skewed distribution with potential high-value outliers. The data is relatively consistent (CV: 0.0%).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(Numeric): B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C is a categorical variable with 3 unique values, dominated by 'X'.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categorical variable 'C' has 3 distinct categories across 100 records. The most frequent category is 'X', appearing 40 times, which accounts for 40.0% of the data. With fewer than 5 unique values, this variable is suitable for use as a grouping dimension in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Table: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Percentage (%)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40.00%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33.00%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27.00%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(Categorical): C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Proportion (Categorical): C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793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vs B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